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279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표지안 A — 정통 좌측정렬. 브랜드명을 크게, 상단에 제안서 라벨, 하단에 담당자·날짜. 셋 중 하나만 남기고 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주식회사 마스터가 무엇을 하는 회사인지 한 문장으로 규정하고, 세 가지 차별점을 제시. 공동구매 바이어에게 '왜 우리와 거래해야 하는가'를 각인.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개의 상품 라인을 나란히 소개. 각 라인의 성격과 강점을 한 단락씩. 상세 품목·단가는 다음 두 장에서 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생활용품 5종을 실제 상품 사진과 함께. 각 카드에 규격·입수량·제안가(VAT 포함). 전 품목 국내 제조, 한진택배 2,500원.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간편식 5종을 실제 상품 사진과 함께. 즉석조리·냉동. 양평해장국은 면세. 입수량 미정 항목은 발주 시 확정.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CTA. 샘플 발주로 가볍게 시작하도록 유도하고, 명함으로 연락처를 명확히. 바이어가 바로 다음 행동을 하도록.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830461"/>
            <a:ext cx="243798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@@1@@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15641" y="3824288"/>
            <a:ext cx="1716083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761"/>
              </a:lnSpc>
              <a:buNone/>
            </a:pPr>
            <a:r>
              <a:rPr lang="en-US" sz="10500" kern="0" spc="-158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@@2@@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1371600" y="5462588"/>
            <a:ext cx="972352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315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@@3@@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371600" y="9250710"/>
            <a:ext cx="291732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@@4@@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5167" y="9250710"/>
            <a:ext cx="1333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@@5@@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23767" y="9250710"/>
            <a:ext cx="138483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@@6@@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655"/>
              </a:lnSpc>
              <a:buNone/>
            </a:pPr>
            <a:r>
              <a:rPr lang="en-US" sz="5700" kern="0" spc="-57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@@7@@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33725"/>
            <a:ext cx="12214384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1579"/>
              </a:lnSpc>
              <a:buNone/>
            </a:pPr>
            <a:r>
              <a:rPr lang="en-US" sz="375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@@8@@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131570" y="5644455"/>
            <a:ext cx="11746230" cy="225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29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@@9@@</a:t>
            </a:r>
            <a:endParaRPr lang="en-US" sz="2700" dirty="0"/>
          </a:p>
          <a:p>
            <a:pPr marL="0" indent="0" algn="l">
              <a:lnSpc>
                <a:spcPct val="126829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@@10@@</a:t>
            </a:r>
            <a:endParaRPr lang="en-US" sz="2700" dirty="0"/>
          </a:p>
          <a:p>
            <a:pPr marL="0" indent="0" algn="l">
              <a:lnSpc>
                <a:spcPct val="126829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@@11@@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746010"/>
            <a:ext cx="295349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655"/>
              </a:lnSpc>
              <a:buNone/>
            </a:pPr>
            <a:r>
              <a:rPr lang="en-US" sz="5700" kern="0" spc="-57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@@12@@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3600" kern="0" spc="-54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@@13@@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8004810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algn="just">
              <a:lnSpc>
                <a:spcPct val="168571"/>
              </a:lnSpc>
            </a:pPr>
            <a:r>
              <a:rPr lang="en-US" sz="2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@@14@@</a:t>
            </a:r>
          </a:p>
        </p:txBody>
      </p:sp>
      <p:sp>
        <p:nvSpPr>
          <p:cNvPr id="5" name="Text 3"/>
          <p:cNvSpPr/>
          <p:nvPr/>
        </p:nvSpPr>
        <p:spPr>
          <a:xfrm>
            <a:off x="96393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3600" kern="0" spc="-54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@@15@@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639300" y="3762375"/>
            <a:ext cx="7495413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just">
              <a:lnSpc>
                <a:spcPct val="14857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@@16@@</a:t>
            </a:r>
            <a:endParaRPr lang="en-US" sz="2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746010"/>
            <a:ext cx="295349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655"/>
              </a:lnSpc>
              <a:buNone/>
            </a:pPr>
            <a:r>
              <a:rPr lang="en-US" sz="5700" kern="0" spc="-57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@@17@@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2971800"/>
            <a:ext cx="2834580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2588" b="12588"/>
          <a:stretch/>
        </p:blipFill>
        <p:spPr>
          <a:xfrm>
            <a:off x="1466850" y="3067050"/>
            <a:ext cx="264408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619750"/>
            <a:ext cx="31180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@@18@@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371600" y="6033046"/>
            <a:ext cx="31180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@@19@@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6777782"/>
            <a:ext cx="28345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@@20@@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660094" y="6444407"/>
            <a:ext cx="1546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@@21@@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6920657"/>
            <a:ext cx="2919618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@@22@@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@@23@@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549080" y="2971800"/>
            <a:ext cx="2834580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10899" b="10899"/>
          <a:stretch/>
        </p:blipFill>
        <p:spPr>
          <a:xfrm>
            <a:off x="4644330" y="3067050"/>
            <a:ext cx="264408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9080" y="5619750"/>
            <a:ext cx="31180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@@24@@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4549080" y="6033046"/>
            <a:ext cx="31180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@@25@@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549080" y="6777782"/>
            <a:ext cx="28345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549080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@@26@@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837575" y="6444407"/>
            <a:ext cx="1546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@@27@@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549080" y="6920657"/>
            <a:ext cx="2919618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@@28@@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@@29@@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7726561" y="2971800"/>
            <a:ext cx="2834729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12231" b="12231"/>
          <a:stretch/>
        </p:blipFill>
        <p:spPr>
          <a:xfrm>
            <a:off x="7821811" y="3067050"/>
            <a:ext cx="2644229" cy="228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26561" y="5619750"/>
            <a:ext cx="31182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@@30@@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7726561" y="6033046"/>
            <a:ext cx="311820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@@31@@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726561" y="6777782"/>
            <a:ext cx="283472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7726561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@@32@@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9015204" y="6444407"/>
            <a:ext cx="1546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@@33@@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7726561" y="6920657"/>
            <a:ext cx="291977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@@34@@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@@35@@</a:t>
            </a:r>
            <a:endParaRPr lang="en-US" sz="2100" dirty="0"/>
          </a:p>
        </p:txBody>
      </p:sp>
      <p:sp>
        <p:nvSpPr>
          <p:cNvPr id="27" name="Shape 22"/>
          <p:cNvSpPr/>
          <p:nvPr/>
        </p:nvSpPr>
        <p:spPr>
          <a:xfrm>
            <a:off x="10904190" y="2971800"/>
            <a:ext cx="2834580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15816" b="15816"/>
          <a:stretch/>
        </p:blipFill>
        <p:spPr>
          <a:xfrm>
            <a:off x="10999440" y="3067050"/>
            <a:ext cx="2644080" cy="2286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904190" y="5619750"/>
            <a:ext cx="31180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@@36@@</a:t>
            </a:r>
            <a:endParaRPr lang="en-US" sz="2250" dirty="0"/>
          </a:p>
        </p:txBody>
      </p:sp>
      <p:sp>
        <p:nvSpPr>
          <p:cNvPr id="30" name="Text 24"/>
          <p:cNvSpPr/>
          <p:nvPr/>
        </p:nvSpPr>
        <p:spPr>
          <a:xfrm>
            <a:off x="10904190" y="6033046"/>
            <a:ext cx="31180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@@37@@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10904190" y="6777782"/>
            <a:ext cx="28345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10904190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@@38@@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12192685" y="6444407"/>
            <a:ext cx="1546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@@39@@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0904190" y="6920657"/>
            <a:ext cx="2919618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@@40@@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@@41@@</a:t>
            </a:r>
            <a:endParaRPr lang="en-US" sz="2100" dirty="0"/>
          </a:p>
        </p:txBody>
      </p:sp>
      <p:sp>
        <p:nvSpPr>
          <p:cNvPr id="35" name="Shape 29"/>
          <p:cNvSpPr/>
          <p:nvPr/>
        </p:nvSpPr>
        <p:spPr>
          <a:xfrm>
            <a:off x="14081671" y="2971800"/>
            <a:ext cx="2834729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10131" b="10131"/>
          <a:stretch/>
        </p:blipFill>
        <p:spPr>
          <a:xfrm>
            <a:off x="14176921" y="3067050"/>
            <a:ext cx="2644229" cy="22860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081671" y="5619750"/>
            <a:ext cx="31182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@@42@@</a:t>
            </a:r>
            <a:endParaRPr lang="en-US" sz="2250" dirty="0"/>
          </a:p>
        </p:txBody>
      </p:sp>
      <p:sp>
        <p:nvSpPr>
          <p:cNvPr id="38" name="Text 31"/>
          <p:cNvSpPr/>
          <p:nvPr/>
        </p:nvSpPr>
        <p:spPr>
          <a:xfrm>
            <a:off x="14081671" y="6033046"/>
            <a:ext cx="311820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@@43@@</a:t>
            </a:r>
            <a:endParaRPr lang="en-US" sz="1800" dirty="0"/>
          </a:p>
        </p:txBody>
      </p:sp>
      <p:sp>
        <p:nvSpPr>
          <p:cNvPr id="39" name="Shape 32"/>
          <p:cNvSpPr/>
          <p:nvPr/>
        </p:nvSpPr>
        <p:spPr>
          <a:xfrm>
            <a:off x="14081671" y="6777782"/>
            <a:ext cx="283472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14081671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@@44@@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15370314" y="6444407"/>
            <a:ext cx="1546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@@45@@</a:t>
            </a:r>
            <a:endParaRPr lang="en-US" sz="1800" dirty="0"/>
          </a:p>
        </p:txBody>
      </p:sp>
      <p:sp>
        <p:nvSpPr>
          <p:cNvPr id="42" name="Text 35"/>
          <p:cNvSpPr/>
          <p:nvPr/>
        </p:nvSpPr>
        <p:spPr>
          <a:xfrm>
            <a:off x="14081671" y="6920657"/>
            <a:ext cx="291977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@@46@@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@@47@@</a:t>
            </a:r>
            <a:endParaRPr lang="en-US" sz="2100" dirty="0"/>
          </a:p>
        </p:txBody>
      </p:sp>
      <p:sp>
        <p:nvSpPr>
          <p:cNvPr id="43" name="Text 36"/>
          <p:cNvSpPr/>
          <p:nvPr/>
        </p:nvSpPr>
        <p:spPr>
          <a:xfrm>
            <a:off x="1371600" y="8151168"/>
            <a:ext cx="14210109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32500" lnSpcReduction="20000"/>
          </a:bodyPr>
          <a:lstStyle/>
          <a:p>
            <a:pPr marL="0" indent="0" algn="l">
              <a:lnSpc>
                <a:spcPct val="173333"/>
              </a:lnSpc>
              <a:buNone/>
            </a:pPr>
            <a:r>
              <a:rPr lang="en-US" sz="195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@@48@@</a:t>
            </a:r>
            <a:endParaRPr lang="en-US" sz="195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9746010"/>
            <a:ext cx="295349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655"/>
              </a:lnSpc>
              <a:buNone/>
            </a:pPr>
            <a:r>
              <a:rPr lang="en-US" sz="5700" kern="0" spc="-57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@@49@@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2971800"/>
            <a:ext cx="2834580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6771" b="6771"/>
          <a:stretch/>
        </p:blipFill>
        <p:spPr>
          <a:xfrm>
            <a:off x="1466850" y="3067050"/>
            <a:ext cx="264408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619750"/>
            <a:ext cx="31180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@@50@@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371600" y="6033046"/>
            <a:ext cx="31180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@@51@@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6777782"/>
            <a:ext cx="28345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@@52@@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660094" y="6444407"/>
            <a:ext cx="1546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@@53@@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6920657"/>
            <a:ext cx="2919618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@@54@@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@@55@@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549080" y="2971800"/>
            <a:ext cx="2834580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6771" b="6771"/>
          <a:stretch/>
        </p:blipFill>
        <p:spPr>
          <a:xfrm>
            <a:off x="4644330" y="3067050"/>
            <a:ext cx="264408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9080" y="5619750"/>
            <a:ext cx="31180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@@56@@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4549080" y="6033046"/>
            <a:ext cx="31180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@@57@@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549080" y="6777782"/>
            <a:ext cx="28345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549080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@@58@@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837575" y="6444407"/>
            <a:ext cx="15460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@@59@@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549080" y="6920657"/>
            <a:ext cx="2919618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@@60@@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@@61@@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7726561" y="2971800"/>
            <a:ext cx="2834729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6624" r="6624"/>
          <a:stretch/>
        </p:blipFill>
        <p:spPr>
          <a:xfrm>
            <a:off x="7821811" y="3067050"/>
            <a:ext cx="2644229" cy="228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26561" y="5619750"/>
            <a:ext cx="31182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@@62@@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7726561" y="6033046"/>
            <a:ext cx="311820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@@63@@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726561" y="6777782"/>
            <a:ext cx="283472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7726561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@@64@@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9595545" y="6444407"/>
            <a:ext cx="9657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@@65@@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7726561" y="6920657"/>
            <a:ext cx="291977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@@66@@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@@67@@</a:t>
            </a:r>
            <a:endParaRPr lang="en-US" sz="2100" dirty="0"/>
          </a:p>
        </p:txBody>
      </p:sp>
      <p:sp>
        <p:nvSpPr>
          <p:cNvPr id="27" name="Shape 22"/>
          <p:cNvSpPr/>
          <p:nvPr/>
        </p:nvSpPr>
        <p:spPr>
          <a:xfrm>
            <a:off x="10904190" y="2971800"/>
            <a:ext cx="2834580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6771" b="6771"/>
          <a:stretch/>
        </p:blipFill>
        <p:spPr>
          <a:xfrm>
            <a:off x="10999440" y="3067050"/>
            <a:ext cx="2644080" cy="2286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904190" y="5619750"/>
            <a:ext cx="31180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@@68@@</a:t>
            </a:r>
            <a:endParaRPr lang="en-US" sz="2250" dirty="0"/>
          </a:p>
        </p:txBody>
      </p:sp>
      <p:sp>
        <p:nvSpPr>
          <p:cNvPr id="30" name="Text 24"/>
          <p:cNvSpPr/>
          <p:nvPr/>
        </p:nvSpPr>
        <p:spPr>
          <a:xfrm>
            <a:off x="10904190" y="6033046"/>
            <a:ext cx="31180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@@69@@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10904190" y="6777782"/>
            <a:ext cx="28345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10904190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@@70@@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12408947" y="6444407"/>
            <a:ext cx="13298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@@71@@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0904190" y="6920657"/>
            <a:ext cx="2919618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@@72@@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@@73@@</a:t>
            </a:r>
            <a:endParaRPr lang="en-US" sz="2100" dirty="0"/>
          </a:p>
        </p:txBody>
      </p:sp>
      <p:sp>
        <p:nvSpPr>
          <p:cNvPr id="35" name="Shape 29"/>
          <p:cNvSpPr/>
          <p:nvPr/>
        </p:nvSpPr>
        <p:spPr>
          <a:xfrm>
            <a:off x="14081671" y="2971800"/>
            <a:ext cx="2834729" cy="2476500"/>
          </a:xfrm>
          <a:prstGeom prst="rect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6774" b="6774"/>
          <a:stretch/>
        </p:blipFill>
        <p:spPr>
          <a:xfrm>
            <a:off x="14176921" y="3067050"/>
            <a:ext cx="2644229" cy="22860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081671" y="5619750"/>
            <a:ext cx="311820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4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@@74@@</a:t>
            </a:r>
            <a:endParaRPr lang="en-US" sz="2250" dirty="0"/>
          </a:p>
        </p:txBody>
      </p:sp>
      <p:sp>
        <p:nvSpPr>
          <p:cNvPr id="38" name="Text 31"/>
          <p:cNvSpPr/>
          <p:nvPr/>
        </p:nvSpPr>
        <p:spPr>
          <a:xfrm>
            <a:off x="14081671" y="6033046"/>
            <a:ext cx="311820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@@75@@</a:t>
            </a:r>
            <a:endParaRPr lang="en-US" sz="1800" dirty="0"/>
          </a:p>
        </p:txBody>
      </p:sp>
      <p:sp>
        <p:nvSpPr>
          <p:cNvPr id="39" name="Shape 32"/>
          <p:cNvSpPr/>
          <p:nvPr/>
        </p:nvSpPr>
        <p:spPr>
          <a:xfrm>
            <a:off x="14081671" y="6777782"/>
            <a:ext cx="283472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14081671" y="6444407"/>
            <a:ext cx="7387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@@76@@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15586576" y="6444407"/>
            <a:ext cx="13298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@@77@@</a:t>
            </a:r>
            <a:endParaRPr lang="en-US" sz="1800" dirty="0"/>
          </a:p>
        </p:txBody>
      </p:sp>
      <p:sp>
        <p:nvSpPr>
          <p:cNvPr id="42" name="Text 35"/>
          <p:cNvSpPr/>
          <p:nvPr/>
        </p:nvSpPr>
        <p:spPr>
          <a:xfrm>
            <a:off x="14081671" y="6920657"/>
            <a:ext cx="291977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@@78@@</a:t>
            </a: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@@79@@</a:t>
            </a:r>
            <a:endParaRPr lang="en-US" sz="21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9746010"/>
            <a:ext cx="295349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3162300"/>
            <a:ext cx="806767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1800" kern="0" spc="144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@@80@@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6477" y="3550890"/>
            <a:ext cx="7907731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0"/>
              </a:lnSpc>
              <a:buNone/>
            </a:pPr>
            <a:r>
              <a:rPr lang="en-US" sz="6600" kern="0" spc="-99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@@81@@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400175" y="5641628"/>
            <a:ext cx="7524845" cy="9602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811"/>
              </a:lnSpc>
              <a:buNone/>
            </a:pPr>
            <a:r>
              <a:rPr lang="en-US" sz="2475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@@82@@</a:t>
            </a:r>
            <a:r>
              <a:rPr lang="en-US" sz="2475" dirty="0" smtClean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@@83@@</a:t>
            </a:r>
            <a:br>
              <a:rPr lang="en-US" sz="2475" dirty="0" smtClean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2475" dirty="0" err="1" smtClean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@@84@@</a:t>
            </a:r>
            <a:r>
              <a:rPr lang="en-US" sz="2475" dirty="0" smtClean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@@85@@</a:t>
            </a:r>
            <a:r>
              <a:rPr lang="en-US" sz="2475" dirty="0">
                <a:solidFill>
                  <a:srgbClr val="211F1D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@@86@@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9966871" y="3228380"/>
            <a:ext cx="6949380" cy="3944392"/>
          </a:xfrm>
          <a:prstGeom prst="rect">
            <a:avLst/>
          </a:prstGeom>
          <a:ln w="57150">
            <a:solidFill>
              <a:srgbClr val="EAE9E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021" y="3285530"/>
            <a:ext cx="6835080" cy="383009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746010"/>
            <a:ext cx="2953494" cy="159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421</Words>
  <Application>Microsoft Office PowerPoint</Application>
  <PresentationFormat>사용자 지정</PresentationFormat>
  <Paragraphs>84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masteronerain@outlook.kr</cp:lastModifiedBy>
  <cp:revision>2</cp:revision>
  <dcterms:created xsi:type="dcterms:W3CDTF">2026-07-22T06:26:04Z</dcterms:created>
  <dcterms:modified xsi:type="dcterms:W3CDTF">2026-07-22T06:28:31Z</dcterms:modified>
</cp:coreProperties>
</file>